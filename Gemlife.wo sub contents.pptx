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71" r:id="rId2"/>
    <p:sldId id="272" r:id="rId3"/>
    <p:sldId id="273" r:id="rId4"/>
    <p:sldId id="274" r:id="rId5"/>
    <p:sldId id="275"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C64016-1E92-4F2E-ABDB-1F34A120D274}" v="10" dt="2026-03-08T02:45:39.2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830" autoAdjust="0"/>
    <p:restoredTop sz="96234" autoAdjust="0"/>
  </p:normalViewPr>
  <p:slideViewPr>
    <p:cSldViewPr snapToGrid="0">
      <p:cViewPr>
        <p:scale>
          <a:sx n="75" d="100"/>
          <a:sy n="75" d="100"/>
        </p:scale>
        <p:origin x="1186" y="4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ashi Fujimori" userId="3b32b824-f9b5-4d27-a23d-311b8c0ba707" providerId="ADAL" clId="{33E49A5F-9A49-4163-B280-832A32DF8C66}"/>
    <pc:docChg chg="undo custSel addSld delSld modSld delMainMaster">
      <pc:chgData name="Asashi Fujimori" userId="3b32b824-f9b5-4d27-a23d-311b8c0ba707" providerId="ADAL" clId="{33E49A5F-9A49-4163-B280-832A32DF8C66}" dt="2026-03-08T02:51:38.927" v="9031" actId="6549"/>
      <pc:docMkLst>
        <pc:docMk/>
      </pc:docMkLst>
      <pc:sldChg chg="delSp modSp mod">
        <pc:chgData name="Asashi Fujimori" userId="3b32b824-f9b5-4d27-a23d-311b8c0ba707" providerId="ADAL" clId="{33E49A5F-9A49-4163-B280-832A32DF8C66}" dt="2026-03-08T01:26:09.113" v="6066" actId="20577"/>
        <pc:sldMkLst>
          <pc:docMk/>
          <pc:sldMk cId="756872701" sldId="272"/>
        </pc:sldMkLst>
        <pc:spChg chg="mod">
          <ac:chgData name="Asashi Fujimori" userId="3b32b824-f9b5-4d27-a23d-311b8c0ba707" providerId="ADAL" clId="{33E49A5F-9A49-4163-B280-832A32DF8C66}" dt="2026-03-04T04:09:04.713" v="13" actId="20577"/>
          <ac:spMkLst>
            <pc:docMk/>
            <pc:sldMk cId="756872701" sldId="272"/>
            <ac:spMk id="2" creationId="{50137B6C-5215-577C-0CC0-BDBF58C97523}"/>
          </ac:spMkLst>
        </pc:spChg>
        <pc:spChg chg="mod">
          <ac:chgData name="Asashi Fujimori" userId="3b32b824-f9b5-4d27-a23d-311b8c0ba707" providerId="ADAL" clId="{33E49A5F-9A49-4163-B280-832A32DF8C66}" dt="2026-03-08T01:26:09.113" v="6066" actId="20577"/>
          <ac:spMkLst>
            <pc:docMk/>
            <pc:sldMk cId="756872701" sldId="272"/>
            <ac:spMk id="3" creationId="{9306722E-2757-3E75-5615-354582548827}"/>
          </ac:spMkLst>
        </pc:spChg>
      </pc:sldChg>
      <pc:sldChg chg="addSp delSp modSp add mod">
        <pc:chgData name="Asashi Fujimori" userId="3b32b824-f9b5-4d27-a23d-311b8c0ba707" providerId="ADAL" clId="{33E49A5F-9A49-4163-B280-832A32DF8C66}" dt="2026-03-08T02:51:38.927" v="9031" actId="6549"/>
        <pc:sldMkLst>
          <pc:docMk/>
          <pc:sldMk cId="615885306" sldId="273"/>
        </pc:sldMkLst>
        <pc:spChg chg="add del mod">
          <ac:chgData name="Asashi Fujimori" userId="3b32b824-f9b5-4d27-a23d-311b8c0ba707" providerId="ADAL" clId="{33E49A5F-9A49-4163-B280-832A32DF8C66}" dt="2026-03-08T02:24:09.109" v="8250" actId="478"/>
          <ac:spMkLst>
            <pc:docMk/>
            <pc:sldMk cId="615885306" sldId="273"/>
            <ac:spMk id="2" creationId="{47B5BEC5-DC6A-48DA-62D8-F0CA48929EB5}"/>
          </ac:spMkLst>
        </pc:spChg>
        <pc:spChg chg="mod">
          <ac:chgData name="Asashi Fujimori" userId="3b32b824-f9b5-4d27-a23d-311b8c0ba707" providerId="ADAL" clId="{33E49A5F-9A49-4163-B280-832A32DF8C66}" dt="2026-03-05T03:31:26.802" v="4690" actId="1036"/>
          <ac:spMkLst>
            <pc:docMk/>
            <pc:sldMk cId="615885306" sldId="273"/>
            <ac:spMk id="4" creationId="{8837870A-BACA-751E-B823-7678C94978BF}"/>
          </ac:spMkLst>
        </pc:spChg>
        <pc:spChg chg="del">
          <ac:chgData name="Asashi Fujimori" userId="3b32b824-f9b5-4d27-a23d-311b8c0ba707" providerId="ADAL" clId="{33E49A5F-9A49-4163-B280-832A32DF8C66}" dt="2026-03-07T02:58:40.118" v="5679" actId="478"/>
          <ac:spMkLst>
            <pc:docMk/>
            <pc:sldMk cId="615885306" sldId="273"/>
            <ac:spMk id="5" creationId="{4270745B-C935-1A38-9D76-DB41B385DB9C}"/>
          </ac:spMkLst>
        </pc:spChg>
        <pc:spChg chg="add mod">
          <ac:chgData name="Asashi Fujimori" userId="3b32b824-f9b5-4d27-a23d-311b8c0ba707" providerId="ADAL" clId="{33E49A5F-9A49-4163-B280-832A32DF8C66}" dt="2026-03-08T02:51:38.927" v="9031" actId="6549"/>
          <ac:spMkLst>
            <pc:docMk/>
            <pc:sldMk cId="615885306" sldId="273"/>
            <ac:spMk id="6" creationId="{655629DB-393A-C174-E93D-150EC2C765AC}"/>
          </ac:spMkLst>
        </pc:spChg>
        <pc:spChg chg="del">
          <ac:chgData name="Asashi Fujimori" userId="3b32b824-f9b5-4d27-a23d-311b8c0ba707" providerId="ADAL" clId="{33E49A5F-9A49-4163-B280-832A32DF8C66}" dt="2026-03-07T02:58:40.118" v="5679" actId="478"/>
          <ac:spMkLst>
            <pc:docMk/>
            <pc:sldMk cId="615885306" sldId="273"/>
            <ac:spMk id="11" creationId="{C71731D0-783F-9D6C-0842-A428074C155E}"/>
          </ac:spMkLst>
        </pc:spChg>
        <pc:spChg chg="del">
          <ac:chgData name="Asashi Fujimori" userId="3b32b824-f9b5-4d27-a23d-311b8c0ba707" providerId="ADAL" clId="{33E49A5F-9A49-4163-B280-832A32DF8C66}" dt="2026-03-07T02:58:40.118" v="5679" actId="478"/>
          <ac:spMkLst>
            <pc:docMk/>
            <pc:sldMk cId="615885306" sldId="273"/>
            <ac:spMk id="14" creationId="{91FA207D-4142-76B7-1457-36B314955DD3}"/>
          </ac:spMkLst>
        </pc:spChg>
        <pc:spChg chg="del">
          <ac:chgData name="Asashi Fujimori" userId="3b32b824-f9b5-4d27-a23d-311b8c0ba707" providerId="ADAL" clId="{33E49A5F-9A49-4163-B280-832A32DF8C66}" dt="2026-03-07T02:58:40.118" v="5679" actId="478"/>
          <ac:spMkLst>
            <pc:docMk/>
            <pc:sldMk cId="615885306" sldId="273"/>
            <ac:spMk id="16" creationId="{517C5CE2-A346-5B89-75C0-A42B560A2536}"/>
          </ac:spMkLst>
        </pc:spChg>
        <pc:spChg chg="del">
          <ac:chgData name="Asashi Fujimori" userId="3b32b824-f9b5-4d27-a23d-311b8c0ba707" providerId="ADAL" clId="{33E49A5F-9A49-4163-B280-832A32DF8C66}" dt="2026-03-07T02:58:40.118" v="5679" actId="478"/>
          <ac:spMkLst>
            <pc:docMk/>
            <pc:sldMk cId="615885306" sldId="273"/>
            <ac:spMk id="17" creationId="{FBE5D8BE-1514-458C-BC69-95D9959FC4B3}"/>
          </ac:spMkLst>
        </pc:spChg>
        <pc:spChg chg="del">
          <ac:chgData name="Asashi Fujimori" userId="3b32b824-f9b5-4d27-a23d-311b8c0ba707" providerId="ADAL" clId="{33E49A5F-9A49-4163-B280-832A32DF8C66}" dt="2026-03-07T02:58:40.118" v="5679" actId="478"/>
          <ac:spMkLst>
            <pc:docMk/>
            <pc:sldMk cId="615885306" sldId="273"/>
            <ac:spMk id="21" creationId="{A0C451DC-71BD-1711-C5AE-708F67E74427}"/>
          </ac:spMkLst>
        </pc:spChg>
        <pc:spChg chg="del">
          <ac:chgData name="Asashi Fujimori" userId="3b32b824-f9b5-4d27-a23d-311b8c0ba707" providerId="ADAL" clId="{33E49A5F-9A49-4163-B280-832A32DF8C66}" dt="2026-03-07T02:58:40.118" v="5679" actId="478"/>
          <ac:spMkLst>
            <pc:docMk/>
            <pc:sldMk cId="615885306" sldId="273"/>
            <ac:spMk id="22" creationId="{BA3232A0-5C8D-024A-7E96-50B42CA18452}"/>
          </ac:spMkLst>
        </pc:spChg>
        <pc:picChg chg="del">
          <ac:chgData name="Asashi Fujimori" userId="3b32b824-f9b5-4d27-a23d-311b8c0ba707" providerId="ADAL" clId="{33E49A5F-9A49-4163-B280-832A32DF8C66}" dt="2026-03-07T02:58:40.118" v="5679" actId="478"/>
          <ac:picMkLst>
            <pc:docMk/>
            <pc:sldMk cId="615885306" sldId="273"/>
            <ac:picMk id="8" creationId="{E9CD6C50-6284-1D6E-984E-AD19AC0B0A85}"/>
          </ac:picMkLst>
        </pc:picChg>
      </pc:sldChg>
      <pc:sldChg chg="addSp delSp modSp add mod">
        <pc:chgData name="Asashi Fujimori" userId="3b32b824-f9b5-4d27-a23d-311b8c0ba707" providerId="ADAL" clId="{33E49A5F-9A49-4163-B280-832A32DF8C66}" dt="2026-03-08T02:47:23.659" v="8923" actId="6549"/>
        <pc:sldMkLst>
          <pc:docMk/>
          <pc:sldMk cId="1739110132" sldId="274"/>
        </pc:sldMkLst>
        <pc:spChg chg="add del mod">
          <ac:chgData name="Asashi Fujimori" userId="3b32b824-f9b5-4d27-a23d-311b8c0ba707" providerId="ADAL" clId="{33E49A5F-9A49-4163-B280-832A32DF8C66}" dt="2026-03-08T02:27:28.937" v="8398" actId="478"/>
          <ac:spMkLst>
            <pc:docMk/>
            <pc:sldMk cId="1739110132" sldId="274"/>
            <ac:spMk id="2" creationId="{BD8CC3AC-F6A6-4775-D5DF-C7AA6795D120}"/>
          </ac:spMkLst>
        </pc:spChg>
        <pc:spChg chg="del">
          <ac:chgData name="Asashi Fujimori" userId="3b32b824-f9b5-4d27-a23d-311b8c0ba707" providerId="ADAL" clId="{33E49A5F-9A49-4163-B280-832A32DF8C66}" dt="2026-03-08T02:24:14.640" v="8251" actId="478"/>
          <ac:spMkLst>
            <pc:docMk/>
            <pc:sldMk cId="1739110132" sldId="274"/>
            <ac:spMk id="4" creationId="{A1103736-C085-0841-612D-4C0360167A10}"/>
          </ac:spMkLst>
        </pc:spChg>
        <pc:spChg chg="del">
          <ac:chgData name="Asashi Fujimori" userId="3b32b824-f9b5-4d27-a23d-311b8c0ba707" providerId="ADAL" clId="{33E49A5F-9A49-4163-B280-832A32DF8C66}" dt="2026-03-08T02:24:17.791" v="8252" actId="478"/>
          <ac:spMkLst>
            <pc:docMk/>
            <pc:sldMk cId="1739110132" sldId="274"/>
            <ac:spMk id="5" creationId="{FADF9B56-5A26-8BD3-9511-77D0BE64CF72}"/>
          </ac:spMkLst>
        </pc:spChg>
        <pc:spChg chg="mod">
          <ac:chgData name="Asashi Fujimori" userId="3b32b824-f9b5-4d27-a23d-311b8c0ba707" providerId="ADAL" clId="{33E49A5F-9A49-4163-B280-832A32DF8C66}" dt="2026-03-08T02:24:37.820" v="8259" actId="20577"/>
          <ac:spMkLst>
            <pc:docMk/>
            <pc:sldMk cId="1739110132" sldId="274"/>
            <ac:spMk id="11" creationId="{2B5F8EA4-DB21-EA85-977A-78BACDF6343C}"/>
          </ac:spMkLst>
        </pc:spChg>
        <pc:spChg chg="mod">
          <ac:chgData name="Asashi Fujimori" userId="3b32b824-f9b5-4d27-a23d-311b8c0ba707" providerId="ADAL" clId="{33E49A5F-9A49-4163-B280-832A32DF8C66}" dt="2026-03-08T02:47:23.659" v="8923" actId="6549"/>
          <ac:spMkLst>
            <pc:docMk/>
            <pc:sldMk cId="1739110132" sldId="274"/>
            <ac:spMk id="14" creationId="{A5E52B4C-0514-0160-7AB8-FAFE42F931D4}"/>
          </ac:spMkLst>
        </pc:spChg>
        <pc:spChg chg="del mod">
          <ac:chgData name="Asashi Fujimori" userId="3b32b824-f9b5-4d27-a23d-311b8c0ba707" providerId="ADAL" clId="{33E49A5F-9A49-4163-B280-832A32DF8C66}" dt="2026-03-08T02:45:55.978" v="8855" actId="478"/>
          <ac:spMkLst>
            <pc:docMk/>
            <pc:sldMk cId="1739110132" sldId="274"/>
            <ac:spMk id="16" creationId="{6AD7C567-1D73-1AAA-D99E-80EEF077A6DB}"/>
          </ac:spMkLst>
        </pc:spChg>
        <pc:spChg chg="del mod">
          <ac:chgData name="Asashi Fujimori" userId="3b32b824-f9b5-4d27-a23d-311b8c0ba707" providerId="ADAL" clId="{33E49A5F-9A49-4163-B280-832A32DF8C66}" dt="2026-03-08T02:46:00.559" v="8856" actId="478"/>
          <ac:spMkLst>
            <pc:docMk/>
            <pc:sldMk cId="1739110132" sldId="274"/>
            <ac:spMk id="17" creationId="{202174D8-65E9-FF42-59AA-13B0B8F5E993}"/>
          </ac:spMkLst>
        </pc:spChg>
        <pc:spChg chg="del mod">
          <ac:chgData name="Asashi Fujimori" userId="3b32b824-f9b5-4d27-a23d-311b8c0ba707" providerId="ADAL" clId="{33E49A5F-9A49-4163-B280-832A32DF8C66}" dt="2026-03-08T02:46:00.559" v="8856" actId="478"/>
          <ac:spMkLst>
            <pc:docMk/>
            <pc:sldMk cId="1739110132" sldId="274"/>
            <ac:spMk id="21" creationId="{A8144D8E-FC38-F96E-58C4-713D176DDCC0}"/>
          </ac:spMkLst>
        </pc:spChg>
        <pc:spChg chg="del mod">
          <ac:chgData name="Asashi Fujimori" userId="3b32b824-f9b5-4d27-a23d-311b8c0ba707" providerId="ADAL" clId="{33E49A5F-9A49-4163-B280-832A32DF8C66}" dt="2026-03-08T02:46:00.559" v="8856" actId="478"/>
          <ac:spMkLst>
            <pc:docMk/>
            <pc:sldMk cId="1739110132" sldId="274"/>
            <ac:spMk id="22" creationId="{34D35097-5A42-E55A-47DD-665D5814C3F9}"/>
          </ac:spMkLst>
        </pc:spChg>
        <pc:picChg chg="del">
          <ac:chgData name="Asashi Fujimori" userId="3b32b824-f9b5-4d27-a23d-311b8c0ba707" providerId="ADAL" clId="{33E49A5F-9A49-4163-B280-832A32DF8C66}" dt="2026-03-08T02:24:17.791" v="8252" actId="478"/>
          <ac:picMkLst>
            <pc:docMk/>
            <pc:sldMk cId="1739110132" sldId="274"/>
            <ac:picMk id="8" creationId="{100EBA1D-3F59-FCFC-8A1A-BBE7E0ECB903}"/>
          </ac:picMkLst>
        </pc:picChg>
      </pc:sldChg>
      <pc:sldChg chg="add del">
        <pc:chgData name="Asashi Fujimori" userId="3b32b824-f9b5-4d27-a23d-311b8c0ba707" providerId="ADAL" clId="{33E49A5F-9A49-4163-B280-832A32DF8C66}" dt="2026-03-07T02:58:54.240" v="5681"/>
        <pc:sldMkLst>
          <pc:docMk/>
          <pc:sldMk cId="1531603455" sldId="275"/>
        </pc:sldMkLst>
      </pc:sldChg>
      <pc:sldChg chg="delSp modSp add mod">
        <pc:chgData name="Asashi Fujimori" userId="3b32b824-f9b5-4d27-a23d-311b8c0ba707" providerId="ADAL" clId="{33E49A5F-9A49-4163-B280-832A32DF8C66}" dt="2026-03-08T02:47:39.401" v="8995" actId="1036"/>
        <pc:sldMkLst>
          <pc:docMk/>
          <pc:sldMk cId="2659365732" sldId="275"/>
        </pc:sldMkLst>
        <pc:spChg chg="del mod">
          <ac:chgData name="Asashi Fujimori" userId="3b32b824-f9b5-4d27-a23d-311b8c0ba707" providerId="ADAL" clId="{33E49A5F-9A49-4163-B280-832A32DF8C66}" dt="2026-03-08T02:47:31.237" v="8925" actId="478"/>
          <ac:spMkLst>
            <pc:docMk/>
            <pc:sldMk cId="2659365732" sldId="275"/>
            <ac:spMk id="11" creationId="{8C150263-73B3-4F23-FA77-F477F1632744}"/>
          </ac:spMkLst>
        </pc:spChg>
        <pc:spChg chg="del mod">
          <ac:chgData name="Asashi Fujimori" userId="3b32b824-f9b5-4d27-a23d-311b8c0ba707" providerId="ADAL" clId="{33E49A5F-9A49-4163-B280-832A32DF8C66}" dt="2026-03-08T02:45:47.617" v="8853" actId="478"/>
          <ac:spMkLst>
            <pc:docMk/>
            <pc:sldMk cId="2659365732" sldId="275"/>
            <ac:spMk id="14" creationId="{82638092-E81B-FEE8-A359-2D51DA4312B6}"/>
          </ac:spMkLst>
        </pc:spChg>
        <pc:spChg chg="mod">
          <ac:chgData name="Asashi Fujimori" userId="3b32b824-f9b5-4d27-a23d-311b8c0ba707" providerId="ADAL" clId="{33E49A5F-9A49-4163-B280-832A32DF8C66}" dt="2026-03-08T02:47:39.401" v="8995" actId="1036"/>
          <ac:spMkLst>
            <pc:docMk/>
            <pc:sldMk cId="2659365732" sldId="275"/>
            <ac:spMk id="16" creationId="{B8F27CC5-FE01-0268-D80C-092370AA3001}"/>
          </ac:spMkLst>
        </pc:spChg>
        <pc:spChg chg="mod">
          <ac:chgData name="Asashi Fujimori" userId="3b32b824-f9b5-4d27-a23d-311b8c0ba707" providerId="ADAL" clId="{33E49A5F-9A49-4163-B280-832A32DF8C66}" dt="2026-03-08T02:47:39.401" v="8995" actId="1036"/>
          <ac:spMkLst>
            <pc:docMk/>
            <pc:sldMk cId="2659365732" sldId="275"/>
            <ac:spMk id="17" creationId="{77B1CBA4-C45B-D4A5-E403-941E851F3BE8}"/>
          </ac:spMkLst>
        </pc:spChg>
        <pc:spChg chg="mod">
          <ac:chgData name="Asashi Fujimori" userId="3b32b824-f9b5-4d27-a23d-311b8c0ba707" providerId="ADAL" clId="{33E49A5F-9A49-4163-B280-832A32DF8C66}" dt="2026-03-08T02:47:39.401" v="8995" actId="1036"/>
          <ac:spMkLst>
            <pc:docMk/>
            <pc:sldMk cId="2659365732" sldId="275"/>
            <ac:spMk id="21" creationId="{28B3D39F-1E42-EC15-F459-3C597B3C41DE}"/>
          </ac:spMkLst>
        </pc:spChg>
        <pc:spChg chg="mod">
          <ac:chgData name="Asashi Fujimori" userId="3b32b824-f9b5-4d27-a23d-311b8c0ba707" providerId="ADAL" clId="{33E49A5F-9A49-4163-B280-832A32DF8C66}" dt="2026-03-08T02:47:39.401" v="8995" actId="1036"/>
          <ac:spMkLst>
            <pc:docMk/>
            <pc:sldMk cId="2659365732" sldId="275"/>
            <ac:spMk id="22" creationId="{17733BDA-2470-E196-3A28-4A47501A35F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164D44-E0C3-41CE-8696-018FB8AF89D2}" type="datetimeFigureOut">
              <a:rPr kumimoji="1" lang="ja-JP" altLang="en-US" smtClean="0"/>
              <a:t>2026/3/8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9B9136-EBFA-4D7B-995D-55F2133E5FAC}" type="slidenum">
              <a:rPr kumimoji="1" lang="ja-JP" altLang="en-US" smtClean="0"/>
              <a:t>‹#›</a:t>
            </a:fld>
            <a:endParaRPr kumimoji="1" lang="ja-JP" altLang="en-US"/>
          </a:p>
        </p:txBody>
      </p:sp>
    </p:spTree>
    <p:extLst>
      <p:ext uri="{BB962C8B-B14F-4D97-AF65-F5344CB8AC3E}">
        <p14:creationId xmlns:p14="http://schemas.microsoft.com/office/powerpoint/2010/main" val="2987397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4B8565-B59F-64EC-3861-7E76615556D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B2B2CC4-09BF-41AB-ECEA-B6E0ECFA88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B86B66D-4B30-A3C4-BE66-BD31601FF38B}"/>
              </a:ext>
            </a:extLst>
          </p:cNvPr>
          <p:cNvSpPr>
            <a:spLocks noGrp="1"/>
          </p:cNvSpPr>
          <p:nvPr>
            <p:ph type="dt" sz="half" idx="10"/>
          </p:nvPr>
        </p:nvSpPr>
        <p:spPr/>
        <p:txBody>
          <a:bodyPr/>
          <a:lstStyle/>
          <a:p>
            <a:fld id="{AD26A290-BF9D-4956-A076-68D925E8D3BE}" type="datetimeFigureOut">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5CB42703-74B6-C2C7-EC29-A191D7E3B30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8610498-04A5-63E9-9F54-16CA1A42EA9C}"/>
              </a:ext>
            </a:extLst>
          </p:cNvPr>
          <p:cNvSpPr>
            <a:spLocks noGrp="1"/>
          </p:cNvSpPr>
          <p:nvPr>
            <p:ph type="sldNum" sz="quarter" idx="12"/>
          </p:nvPr>
        </p:nvSpPr>
        <p:spPr/>
        <p:txBody>
          <a:bodyPr/>
          <a:lstStyle/>
          <a:p>
            <a:fld id="{55D99436-A566-4220-8DC2-9C8EAA2CC816}" type="slidenum">
              <a:rPr kumimoji="1" lang="ja-JP" altLang="en-US" smtClean="0"/>
              <a:t>‹#›</a:t>
            </a:fld>
            <a:endParaRPr kumimoji="1" lang="ja-JP" altLang="en-US"/>
          </a:p>
        </p:txBody>
      </p:sp>
    </p:spTree>
    <p:extLst>
      <p:ext uri="{BB962C8B-B14F-4D97-AF65-F5344CB8AC3E}">
        <p14:creationId xmlns:p14="http://schemas.microsoft.com/office/powerpoint/2010/main" val="225438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5676CA-7D11-BF94-E1C0-7C4D5894D14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637769D-0554-2098-D6F7-B7298C48CFD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7002E98-1669-83C0-9F7E-B359F87E909B}"/>
              </a:ext>
            </a:extLst>
          </p:cNvPr>
          <p:cNvSpPr>
            <a:spLocks noGrp="1"/>
          </p:cNvSpPr>
          <p:nvPr>
            <p:ph type="dt" sz="half" idx="10"/>
          </p:nvPr>
        </p:nvSpPr>
        <p:spPr/>
        <p:txBody>
          <a:bodyPr/>
          <a:lstStyle/>
          <a:p>
            <a:fld id="{AD26A290-BF9D-4956-A076-68D925E8D3BE}" type="datetimeFigureOut">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D0AE666A-2B91-F2E4-02D4-F761043109C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3763D08-15F2-413F-1C96-1FE54DC94EDA}"/>
              </a:ext>
            </a:extLst>
          </p:cNvPr>
          <p:cNvSpPr>
            <a:spLocks noGrp="1"/>
          </p:cNvSpPr>
          <p:nvPr>
            <p:ph type="sldNum" sz="quarter" idx="12"/>
          </p:nvPr>
        </p:nvSpPr>
        <p:spPr/>
        <p:txBody>
          <a:bodyPr/>
          <a:lstStyle/>
          <a:p>
            <a:fld id="{55D99436-A566-4220-8DC2-9C8EAA2CC816}" type="slidenum">
              <a:rPr kumimoji="1" lang="ja-JP" altLang="en-US" smtClean="0"/>
              <a:t>‹#›</a:t>
            </a:fld>
            <a:endParaRPr kumimoji="1" lang="ja-JP" altLang="en-US"/>
          </a:p>
        </p:txBody>
      </p:sp>
    </p:spTree>
    <p:extLst>
      <p:ext uri="{BB962C8B-B14F-4D97-AF65-F5344CB8AC3E}">
        <p14:creationId xmlns:p14="http://schemas.microsoft.com/office/powerpoint/2010/main" val="1688860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94F2A6-FC84-DC9B-C94B-F52D004197D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67D1461-C877-1238-CC33-CECB9D8C3B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EA2D27C-2183-E3E4-8A2D-9C05C03A35C9}"/>
              </a:ext>
            </a:extLst>
          </p:cNvPr>
          <p:cNvSpPr>
            <a:spLocks noGrp="1"/>
          </p:cNvSpPr>
          <p:nvPr>
            <p:ph type="dt" sz="half" idx="10"/>
          </p:nvPr>
        </p:nvSpPr>
        <p:spPr/>
        <p:txBody>
          <a:bodyPr/>
          <a:lstStyle/>
          <a:p>
            <a:fld id="{AD26A290-BF9D-4956-A076-68D925E8D3BE}" type="datetimeFigureOut">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1B84C757-8ADA-2ACE-EBB2-2C09FA4971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0907EF3-4A5E-6618-4B0D-0F7013F3F702}"/>
              </a:ext>
            </a:extLst>
          </p:cNvPr>
          <p:cNvSpPr>
            <a:spLocks noGrp="1"/>
          </p:cNvSpPr>
          <p:nvPr>
            <p:ph type="sldNum" sz="quarter" idx="12"/>
          </p:nvPr>
        </p:nvSpPr>
        <p:spPr/>
        <p:txBody>
          <a:bodyPr/>
          <a:lstStyle/>
          <a:p>
            <a:fld id="{55D99436-A566-4220-8DC2-9C8EAA2CC816}" type="slidenum">
              <a:rPr kumimoji="1" lang="ja-JP" altLang="en-US" smtClean="0"/>
              <a:t>‹#›</a:t>
            </a:fld>
            <a:endParaRPr kumimoji="1" lang="ja-JP" altLang="en-US"/>
          </a:p>
        </p:txBody>
      </p:sp>
    </p:spTree>
    <p:extLst>
      <p:ext uri="{BB962C8B-B14F-4D97-AF65-F5344CB8AC3E}">
        <p14:creationId xmlns:p14="http://schemas.microsoft.com/office/powerpoint/2010/main" val="3839005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5522A5-88D4-A47A-7DB3-96D426BECE4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491DDA8-479C-30C2-5C9F-6B1C0CF52ED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C742223-4413-AC62-35EF-8CDDC5AE5DF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02CDC46-F45D-0B83-F166-88B0337FB184}"/>
              </a:ext>
            </a:extLst>
          </p:cNvPr>
          <p:cNvSpPr>
            <a:spLocks noGrp="1"/>
          </p:cNvSpPr>
          <p:nvPr>
            <p:ph type="dt" sz="half" idx="10"/>
          </p:nvPr>
        </p:nvSpPr>
        <p:spPr/>
        <p:txBody>
          <a:bodyPr/>
          <a:lstStyle/>
          <a:p>
            <a:fld id="{AD26A290-BF9D-4956-A076-68D925E8D3BE}" type="datetimeFigureOut">
              <a:rPr kumimoji="1" lang="ja-JP" altLang="en-US" smtClean="0"/>
              <a:t>2026/3/8</a:t>
            </a:fld>
            <a:endParaRPr kumimoji="1" lang="ja-JP" altLang="en-US"/>
          </a:p>
        </p:txBody>
      </p:sp>
      <p:sp>
        <p:nvSpPr>
          <p:cNvPr id="6" name="フッター プレースホルダー 5">
            <a:extLst>
              <a:ext uri="{FF2B5EF4-FFF2-40B4-BE49-F238E27FC236}">
                <a16:creationId xmlns:a16="http://schemas.microsoft.com/office/drawing/2014/main" id="{9216AF4F-AEF7-0CC5-9C12-1674776DD48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15F5EEF-69DE-2B01-9564-B693FC153D1D}"/>
              </a:ext>
            </a:extLst>
          </p:cNvPr>
          <p:cNvSpPr>
            <a:spLocks noGrp="1"/>
          </p:cNvSpPr>
          <p:nvPr>
            <p:ph type="sldNum" sz="quarter" idx="12"/>
          </p:nvPr>
        </p:nvSpPr>
        <p:spPr/>
        <p:txBody>
          <a:bodyPr/>
          <a:lstStyle/>
          <a:p>
            <a:fld id="{55D99436-A566-4220-8DC2-9C8EAA2CC816}" type="slidenum">
              <a:rPr kumimoji="1" lang="ja-JP" altLang="en-US" smtClean="0"/>
              <a:t>‹#›</a:t>
            </a:fld>
            <a:endParaRPr kumimoji="1" lang="ja-JP" altLang="en-US"/>
          </a:p>
        </p:txBody>
      </p:sp>
    </p:spTree>
    <p:extLst>
      <p:ext uri="{BB962C8B-B14F-4D97-AF65-F5344CB8AC3E}">
        <p14:creationId xmlns:p14="http://schemas.microsoft.com/office/powerpoint/2010/main" val="3498893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39D0F8-C8B0-0FBD-432F-00A04DACA3B0}"/>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0296DDB-124A-8514-C371-6F3B08192E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992CE6D-8B70-71A8-A1EE-16AA2FAD442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B5A0AAC-FCE5-821D-2923-35AE544764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6952379-BE7B-3931-D991-416B549FABF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7B81569-5D7D-63DF-2012-74EA131A30F3}"/>
              </a:ext>
            </a:extLst>
          </p:cNvPr>
          <p:cNvSpPr>
            <a:spLocks noGrp="1"/>
          </p:cNvSpPr>
          <p:nvPr>
            <p:ph type="dt" sz="half" idx="10"/>
          </p:nvPr>
        </p:nvSpPr>
        <p:spPr/>
        <p:txBody>
          <a:bodyPr/>
          <a:lstStyle/>
          <a:p>
            <a:fld id="{AD26A290-BF9D-4956-A076-68D925E8D3BE}" type="datetimeFigureOut">
              <a:rPr kumimoji="1" lang="ja-JP" altLang="en-US" smtClean="0"/>
              <a:t>2026/3/8</a:t>
            </a:fld>
            <a:endParaRPr kumimoji="1" lang="ja-JP" altLang="en-US"/>
          </a:p>
        </p:txBody>
      </p:sp>
      <p:sp>
        <p:nvSpPr>
          <p:cNvPr id="8" name="フッター プレースホルダー 7">
            <a:extLst>
              <a:ext uri="{FF2B5EF4-FFF2-40B4-BE49-F238E27FC236}">
                <a16:creationId xmlns:a16="http://schemas.microsoft.com/office/drawing/2014/main" id="{032A0E3B-E127-778B-349F-382E2462189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8F1DA6C-A517-4C07-78A5-F752E17CE018}"/>
              </a:ext>
            </a:extLst>
          </p:cNvPr>
          <p:cNvSpPr>
            <a:spLocks noGrp="1"/>
          </p:cNvSpPr>
          <p:nvPr>
            <p:ph type="sldNum" sz="quarter" idx="12"/>
          </p:nvPr>
        </p:nvSpPr>
        <p:spPr/>
        <p:txBody>
          <a:bodyPr/>
          <a:lstStyle/>
          <a:p>
            <a:fld id="{55D99436-A566-4220-8DC2-9C8EAA2CC816}" type="slidenum">
              <a:rPr kumimoji="1" lang="ja-JP" altLang="en-US" smtClean="0"/>
              <a:t>‹#›</a:t>
            </a:fld>
            <a:endParaRPr kumimoji="1" lang="ja-JP" altLang="en-US"/>
          </a:p>
        </p:txBody>
      </p:sp>
    </p:spTree>
    <p:extLst>
      <p:ext uri="{BB962C8B-B14F-4D97-AF65-F5344CB8AC3E}">
        <p14:creationId xmlns:p14="http://schemas.microsoft.com/office/powerpoint/2010/main" val="4030679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150F8C-DF86-E420-FFF9-5AAE646A2A6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D3E32DA-E115-9EDB-3391-33EE12DCE647}"/>
              </a:ext>
            </a:extLst>
          </p:cNvPr>
          <p:cNvSpPr>
            <a:spLocks noGrp="1"/>
          </p:cNvSpPr>
          <p:nvPr>
            <p:ph type="dt" sz="half" idx="10"/>
          </p:nvPr>
        </p:nvSpPr>
        <p:spPr/>
        <p:txBody>
          <a:bodyPr/>
          <a:lstStyle/>
          <a:p>
            <a:fld id="{AD26A290-BF9D-4956-A076-68D925E8D3BE}" type="datetimeFigureOut">
              <a:rPr kumimoji="1" lang="ja-JP" altLang="en-US" smtClean="0"/>
              <a:t>2026/3/8</a:t>
            </a:fld>
            <a:endParaRPr kumimoji="1" lang="ja-JP" altLang="en-US"/>
          </a:p>
        </p:txBody>
      </p:sp>
      <p:sp>
        <p:nvSpPr>
          <p:cNvPr id="4" name="フッター プレースホルダー 3">
            <a:extLst>
              <a:ext uri="{FF2B5EF4-FFF2-40B4-BE49-F238E27FC236}">
                <a16:creationId xmlns:a16="http://schemas.microsoft.com/office/drawing/2014/main" id="{6F8E170B-A220-D3CE-E5D4-3575100E310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EB071FB-347D-210C-3C4C-1DB37EB32BF4}"/>
              </a:ext>
            </a:extLst>
          </p:cNvPr>
          <p:cNvSpPr>
            <a:spLocks noGrp="1"/>
          </p:cNvSpPr>
          <p:nvPr>
            <p:ph type="sldNum" sz="quarter" idx="12"/>
          </p:nvPr>
        </p:nvSpPr>
        <p:spPr/>
        <p:txBody>
          <a:bodyPr/>
          <a:lstStyle/>
          <a:p>
            <a:fld id="{55D99436-A566-4220-8DC2-9C8EAA2CC816}" type="slidenum">
              <a:rPr kumimoji="1" lang="ja-JP" altLang="en-US" smtClean="0"/>
              <a:t>‹#›</a:t>
            </a:fld>
            <a:endParaRPr kumimoji="1" lang="ja-JP" altLang="en-US"/>
          </a:p>
        </p:txBody>
      </p:sp>
    </p:spTree>
    <p:extLst>
      <p:ext uri="{BB962C8B-B14F-4D97-AF65-F5344CB8AC3E}">
        <p14:creationId xmlns:p14="http://schemas.microsoft.com/office/powerpoint/2010/main" val="791956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B361FE3-40C8-820F-A935-A48AB264593A}"/>
              </a:ext>
            </a:extLst>
          </p:cNvPr>
          <p:cNvSpPr>
            <a:spLocks noGrp="1"/>
          </p:cNvSpPr>
          <p:nvPr>
            <p:ph type="dt" sz="half" idx="10"/>
          </p:nvPr>
        </p:nvSpPr>
        <p:spPr/>
        <p:txBody>
          <a:bodyPr/>
          <a:lstStyle/>
          <a:p>
            <a:fld id="{AD26A290-BF9D-4956-A076-68D925E8D3BE}" type="datetimeFigureOut">
              <a:rPr kumimoji="1" lang="ja-JP" altLang="en-US" smtClean="0"/>
              <a:t>2026/3/8</a:t>
            </a:fld>
            <a:endParaRPr kumimoji="1" lang="ja-JP" altLang="en-US"/>
          </a:p>
        </p:txBody>
      </p:sp>
      <p:sp>
        <p:nvSpPr>
          <p:cNvPr id="3" name="フッター プレースホルダー 2">
            <a:extLst>
              <a:ext uri="{FF2B5EF4-FFF2-40B4-BE49-F238E27FC236}">
                <a16:creationId xmlns:a16="http://schemas.microsoft.com/office/drawing/2014/main" id="{B2ECE4B6-C8C0-ADED-BBA5-1B97E88910C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70943F3-742F-D575-0434-19FBE2C5DE8D}"/>
              </a:ext>
            </a:extLst>
          </p:cNvPr>
          <p:cNvSpPr>
            <a:spLocks noGrp="1"/>
          </p:cNvSpPr>
          <p:nvPr>
            <p:ph type="sldNum" sz="quarter" idx="12"/>
          </p:nvPr>
        </p:nvSpPr>
        <p:spPr/>
        <p:txBody>
          <a:bodyPr/>
          <a:lstStyle/>
          <a:p>
            <a:fld id="{55D99436-A566-4220-8DC2-9C8EAA2CC816}" type="slidenum">
              <a:rPr kumimoji="1" lang="ja-JP" altLang="en-US" smtClean="0"/>
              <a:t>‹#›</a:t>
            </a:fld>
            <a:endParaRPr kumimoji="1" lang="ja-JP" altLang="en-US"/>
          </a:p>
        </p:txBody>
      </p:sp>
    </p:spTree>
    <p:extLst>
      <p:ext uri="{BB962C8B-B14F-4D97-AF65-F5344CB8AC3E}">
        <p14:creationId xmlns:p14="http://schemas.microsoft.com/office/powerpoint/2010/main" val="2136781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2853CB-31DC-7731-0ECD-DB68A0E12E8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E0D63F6-16A8-B4F0-E8A8-DA97237100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F1F99F1-342D-BE8E-6C56-014BB2A32D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8201564-C4F8-432B-9D0C-14DA143F86DE}"/>
              </a:ext>
            </a:extLst>
          </p:cNvPr>
          <p:cNvSpPr>
            <a:spLocks noGrp="1"/>
          </p:cNvSpPr>
          <p:nvPr>
            <p:ph type="dt" sz="half" idx="10"/>
          </p:nvPr>
        </p:nvSpPr>
        <p:spPr/>
        <p:txBody>
          <a:bodyPr/>
          <a:lstStyle/>
          <a:p>
            <a:fld id="{AD26A290-BF9D-4956-A076-68D925E8D3BE}" type="datetimeFigureOut">
              <a:rPr kumimoji="1" lang="ja-JP" altLang="en-US" smtClean="0"/>
              <a:t>2026/3/8</a:t>
            </a:fld>
            <a:endParaRPr kumimoji="1" lang="ja-JP" altLang="en-US"/>
          </a:p>
        </p:txBody>
      </p:sp>
      <p:sp>
        <p:nvSpPr>
          <p:cNvPr id="6" name="フッター プレースホルダー 5">
            <a:extLst>
              <a:ext uri="{FF2B5EF4-FFF2-40B4-BE49-F238E27FC236}">
                <a16:creationId xmlns:a16="http://schemas.microsoft.com/office/drawing/2014/main" id="{83BB9D6B-BC3C-94F1-21CF-88D23DC7F86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428DB1E-28A2-EBD3-FC43-46484F2ACA7B}"/>
              </a:ext>
            </a:extLst>
          </p:cNvPr>
          <p:cNvSpPr>
            <a:spLocks noGrp="1"/>
          </p:cNvSpPr>
          <p:nvPr>
            <p:ph type="sldNum" sz="quarter" idx="12"/>
          </p:nvPr>
        </p:nvSpPr>
        <p:spPr/>
        <p:txBody>
          <a:bodyPr/>
          <a:lstStyle/>
          <a:p>
            <a:fld id="{55D99436-A566-4220-8DC2-9C8EAA2CC816}" type="slidenum">
              <a:rPr kumimoji="1" lang="ja-JP" altLang="en-US" smtClean="0"/>
              <a:t>‹#›</a:t>
            </a:fld>
            <a:endParaRPr kumimoji="1" lang="ja-JP" altLang="en-US"/>
          </a:p>
        </p:txBody>
      </p:sp>
    </p:spTree>
    <p:extLst>
      <p:ext uri="{BB962C8B-B14F-4D97-AF65-F5344CB8AC3E}">
        <p14:creationId xmlns:p14="http://schemas.microsoft.com/office/powerpoint/2010/main" val="4283797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E524E3-084C-BC9E-FEA4-46709801D82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C0D6145-07DF-580B-3965-A458D8D014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9FF09C5-D72B-3374-4A81-AA4BBCF906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30D4810-8F83-3350-D695-C6A3B35D346E}"/>
              </a:ext>
            </a:extLst>
          </p:cNvPr>
          <p:cNvSpPr>
            <a:spLocks noGrp="1"/>
          </p:cNvSpPr>
          <p:nvPr>
            <p:ph type="dt" sz="half" idx="10"/>
          </p:nvPr>
        </p:nvSpPr>
        <p:spPr/>
        <p:txBody>
          <a:bodyPr/>
          <a:lstStyle/>
          <a:p>
            <a:fld id="{AD26A290-BF9D-4956-A076-68D925E8D3BE}" type="datetimeFigureOut">
              <a:rPr kumimoji="1" lang="ja-JP" altLang="en-US" smtClean="0"/>
              <a:t>2026/3/8</a:t>
            </a:fld>
            <a:endParaRPr kumimoji="1" lang="ja-JP" altLang="en-US"/>
          </a:p>
        </p:txBody>
      </p:sp>
      <p:sp>
        <p:nvSpPr>
          <p:cNvPr id="6" name="フッター プレースホルダー 5">
            <a:extLst>
              <a:ext uri="{FF2B5EF4-FFF2-40B4-BE49-F238E27FC236}">
                <a16:creationId xmlns:a16="http://schemas.microsoft.com/office/drawing/2014/main" id="{D831EAE6-ABD2-F870-78A3-76FC2A9071C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D97173A-126C-9E77-F24B-EEC2308EC55C}"/>
              </a:ext>
            </a:extLst>
          </p:cNvPr>
          <p:cNvSpPr>
            <a:spLocks noGrp="1"/>
          </p:cNvSpPr>
          <p:nvPr>
            <p:ph type="sldNum" sz="quarter" idx="12"/>
          </p:nvPr>
        </p:nvSpPr>
        <p:spPr/>
        <p:txBody>
          <a:bodyPr/>
          <a:lstStyle/>
          <a:p>
            <a:fld id="{55D99436-A566-4220-8DC2-9C8EAA2CC816}" type="slidenum">
              <a:rPr kumimoji="1" lang="ja-JP" altLang="en-US" smtClean="0"/>
              <a:t>‹#›</a:t>
            </a:fld>
            <a:endParaRPr kumimoji="1" lang="ja-JP" altLang="en-US"/>
          </a:p>
        </p:txBody>
      </p:sp>
    </p:spTree>
    <p:extLst>
      <p:ext uri="{BB962C8B-B14F-4D97-AF65-F5344CB8AC3E}">
        <p14:creationId xmlns:p14="http://schemas.microsoft.com/office/powerpoint/2010/main" val="2018269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B8C650-C511-4C4C-1A36-6F8A9AA60EF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CE1FB7F-CAF6-239D-E3E9-553B7111BA5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804399C-1746-6DAD-CB1B-FAE92DEDF157}"/>
              </a:ext>
            </a:extLst>
          </p:cNvPr>
          <p:cNvSpPr>
            <a:spLocks noGrp="1"/>
          </p:cNvSpPr>
          <p:nvPr>
            <p:ph type="dt" sz="half" idx="10"/>
          </p:nvPr>
        </p:nvSpPr>
        <p:spPr/>
        <p:txBody>
          <a:bodyPr/>
          <a:lstStyle/>
          <a:p>
            <a:fld id="{AD26A290-BF9D-4956-A076-68D925E8D3BE}" type="datetimeFigureOut">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25A9FA90-992D-B712-4860-A978F0FBD03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71D3A83-7E01-8E58-4DDE-DD73BC73EB6C}"/>
              </a:ext>
            </a:extLst>
          </p:cNvPr>
          <p:cNvSpPr>
            <a:spLocks noGrp="1"/>
          </p:cNvSpPr>
          <p:nvPr>
            <p:ph type="sldNum" sz="quarter" idx="12"/>
          </p:nvPr>
        </p:nvSpPr>
        <p:spPr/>
        <p:txBody>
          <a:bodyPr/>
          <a:lstStyle/>
          <a:p>
            <a:fld id="{55D99436-A566-4220-8DC2-9C8EAA2CC816}" type="slidenum">
              <a:rPr kumimoji="1" lang="ja-JP" altLang="en-US" smtClean="0"/>
              <a:t>‹#›</a:t>
            </a:fld>
            <a:endParaRPr kumimoji="1" lang="ja-JP" altLang="en-US"/>
          </a:p>
        </p:txBody>
      </p:sp>
    </p:spTree>
    <p:extLst>
      <p:ext uri="{BB962C8B-B14F-4D97-AF65-F5344CB8AC3E}">
        <p14:creationId xmlns:p14="http://schemas.microsoft.com/office/powerpoint/2010/main" val="3330893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4F16560-60EB-8DF1-D19E-65488F87125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DEE5076-737A-5625-20FC-32EAF66D2B1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AADA6CD-974F-B26A-C99F-92C7D877D7E5}"/>
              </a:ext>
            </a:extLst>
          </p:cNvPr>
          <p:cNvSpPr>
            <a:spLocks noGrp="1"/>
          </p:cNvSpPr>
          <p:nvPr>
            <p:ph type="dt" sz="half" idx="10"/>
          </p:nvPr>
        </p:nvSpPr>
        <p:spPr/>
        <p:txBody>
          <a:bodyPr/>
          <a:lstStyle/>
          <a:p>
            <a:fld id="{AD26A290-BF9D-4956-A076-68D925E8D3BE}" type="datetimeFigureOut">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A300500E-6BC3-C25E-342A-C099B42D36F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1B269FB-D57B-C320-F01F-97211F3A8D55}"/>
              </a:ext>
            </a:extLst>
          </p:cNvPr>
          <p:cNvSpPr>
            <a:spLocks noGrp="1"/>
          </p:cNvSpPr>
          <p:nvPr>
            <p:ph type="sldNum" sz="quarter" idx="12"/>
          </p:nvPr>
        </p:nvSpPr>
        <p:spPr/>
        <p:txBody>
          <a:bodyPr/>
          <a:lstStyle/>
          <a:p>
            <a:fld id="{55D99436-A566-4220-8DC2-9C8EAA2CC816}" type="slidenum">
              <a:rPr kumimoji="1" lang="ja-JP" altLang="en-US" smtClean="0"/>
              <a:t>‹#›</a:t>
            </a:fld>
            <a:endParaRPr kumimoji="1" lang="ja-JP" altLang="en-US"/>
          </a:p>
        </p:txBody>
      </p:sp>
    </p:spTree>
    <p:extLst>
      <p:ext uri="{BB962C8B-B14F-4D97-AF65-F5344CB8AC3E}">
        <p14:creationId xmlns:p14="http://schemas.microsoft.com/office/powerpoint/2010/main" val="3412957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8FE2124-B741-D03C-CC22-13A86E5E9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235E7FA-67CE-A40B-7368-F0283DDE20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2884B6F-3FC5-FDD4-7992-2FC73FB90F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26A290-BF9D-4956-A076-68D925E8D3BE}" type="datetimeFigureOut">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026FE992-1312-2C71-41BB-FF1D6B8D54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94C684B-379B-1732-DC12-C6755CC0CF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D99436-A566-4220-8DC2-9C8EAA2CC816}" type="slidenum">
              <a:rPr kumimoji="1" lang="ja-JP" altLang="en-US" smtClean="0"/>
              <a:t>‹#›</a:t>
            </a:fld>
            <a:endParaRPr kumimoji="1" lang="ja-JP" altLang="en-US"/>
          </a:p>
        </p:txBody>
      </p:sp>
    </p:spTree>
    <p:extLst>
      <p:ext uri="{BB962C8B-B14F-4D97-AF65-F5344CB8AC3E}">
        <p14:creationId xmlns:p14="http://schemas.microsoft.com/office/powerpoint/2010/main" val="4976704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ruri.shop/ja" TargetMode="External"/><Relationship Id="rId2" Type="http://schemas.openxmlformats.org/officeDocument/2006/relationships/hyperlink" Target="https://www.rurisocial.com/"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5989F-55B4-D63B-B2B8-936C3AA707B9}"/>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1D2ACD9-7A6B-BD86-7413-4951B8BB1878}"/>
              </a:ext>
            </a:extLst>
          </p:cNvPr>
          <p:cNvSpPr txBox="1"/>
          <p:nvPr/>
        </p:nvSpPr>
        <p:spPr>
          <a:xfrm>
            <a:off x="493150" y="533326"/>
            <a:ext cx="184377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6. Sub contents</a:t>
            </a:r>
          </a:p>
        </p:txBody>
      </p:sp>
      <p:pic>
        <p:nvPicPr>
          <p:cNvPr id="6" name="図 5" descr="テキスト, ホワイトボード が含まれている画像&#10;&#10;AI 生成コンテンツは誤りを含む可能性があります。">
            <a:extLst>
              <a:ext uri="{FF2B5EF4-FFF2-40B4-BE49-F238E27FC236}">
                <a16:creationId xmlns:a16="http://schemas.microsoft.com/office/drawing/2014/main" id="{A0F7A5EB-60FC-AE3B-F6D4-E94CD7112DC3}"/>
              </a:ext>
            </a:extLst>
          </p:cNvPr>
          <p:cNvPicPr>
            <a:picLocks noChangeAspect="1"/>
          </p:cNvPicPr>
          <p:nvPr/>
        </p:nvPicPr>
        <p:blipFill>
          <a:blip r:embed="rId2"/>
          <a:stretch>
            <a:fillRect/>
          </a:stretch>
        </p:blipFill>
        <p:spPr>
          <a:xfrm>
            <a:off x="2416624" y="1695450"/>
            <a:ext cx="3322622" cy="2803864"/>
          </a:xfrm>
          <a:prstGeom prst="rect">
            <a:avLst/>
          </a:prstGeom>
        </p:spPr>
      </p:pic>
      <p:cxnSp>
        <p:nvCxnSpPr>
          <p:cNvPr id="9" name="直線コネクタ 8">
            <a:extLst>
              <a:ext uri="{FF2B5EF4-FFF2-40B4-BE49-F238E27FC236}">
                <a16:creationId xmlns:a16="http://schemas.microsoft.com/office/drawing/2014/main" id="{1E347A54-6E71-163D-F2DD-F4D862FF719D}"/>
              </a:ext>
            </a:extLst>
          </p:cNvPr>
          <p:cNvCxnSpPr/>
          <p:nvPr/>
        </p:nvCxnSpPr>
        <p:spPr>
          <a:xfrm>
            <a:off x="2419350" y="1533525"/>
            <a:ext cx="21284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直線コネクタ 9">
            <a:extLst>
              <a:ext uri="{FF2B5EF4-FFF2-40B4-BE49-F238E27FC236}">
                <a16:creationId xmlns:a16="http://schemas.microsoft.com/office/drawing/2014/main" id="{779EDD70-FC66-4A36-BC89-2C0EDFFDE35A}"/>
              </a:ext>
            </a:extLst>
          </p:cNvPr>
          <p:cNvCxnSpPr/>
          <p:nvPr/>
        </p:nvCxnSpPr>
        <p:spPr>
          <a:xfrm>
            <a:off x="2419350" y="1447800"/>
            <a:ext cx="212849"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矢印: 左 11">
            <a:extLst>
              <a:ext uri="{FF2B5EF4-FFF2-40B4-BE49-F238E27FC236}">
                <a16:creationId xmlns:a16="http://schemas.microsoft.com/office/drawing/2014/main" id="{73350459-E2BD-AE01-089D-784DDF156DB3}"/>
              </a:ext>
            </a:extLst>
          </p:cNvPr>
          <p:cNvSpPr/>
          <p:nvPr/>
        </p:nvSpPr>
        <p:spPr>
          <a:xfrm>
            <a:off x="2124075" y="1419225"/>
            <a:ext cx="212849" cy="15239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BE903CDE-831F-F9E5-C386-905E9011AAD8}"/>
              </a:ext>
            </a:extLst>
          </p:cNvPr>
          <p:cNvSpPr/>
          <p:nvPr/>
        </p:nvSpPr>
        <p:spPr>
          <a:xfrm>
            <a:off x="788425" y="1419225"/>
            <a:ext cx="1253224" cy="4019550"/>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t>Special </a:t>
            </a:r>
          </a:p>
          <a:p>
            <a:endParaRPr lang="en-US" altLang="ja-JP" sz="1200" b="1" dirty="0"/>
          </a:p>
          <a:p>
            <a:endParaRPr kumimoji="1" lang="en-US" altLang="ja-JP" sz="1200" b="1" dirty="0"/>
          </a:p>
          <a:p>
            <a:r>
              <a:rPr kumimoji="1" lang="en-US" altLang="ja-JP" sz="1200" b="1" dirty="0"/>
              <a:t>Exhibition</a:t>
            </a:r>
          </a:p>
          <a:p>
            <a:endParaRPr kumimoji="1" lang="en-US" altLang="ja-JP" sz="700" b="1" dirty="0"/>
          </a:p>
          <a:p>
            <a:r>
              <a:rPr lang="en-US" altLang="ja-JP" sz="1200" b="1" dirty="0"/>
              <a:t>Event</a:t>
            </a:r>
          </a:p>
          <a:p>
            <a:endParaRPr lang="en-US" altLang="ja-JP" sz="700" b="1" dirty="0"/>
          </a:p>
          <a:p>
            <a:r>
              <a:rPr lang="en-US" altLang="ja-JP" sz="1200" b="1" dirty="0"/>
              <a:t>Journal</a:t>
            </a:r>
          </a:p>
          <a:p>
            <a:endParaRPr lang="en-US" altLang="ja-JP" sz="700" b="1" dirty="0"/>
          </a:p>
          <a:p>
            <a:r>
              <a:rPr lang="en-US" altLang="ja-JP" sz="1200" b="1" dirty="0"/>
              <a:t>Stories</a:t>
            </a:r>
          </a:p>
          <a:p>
            <a:endParaRPr lang="en-US" altLang="ja-JP" sz="800" b="1" dirty="0"/>
          </a:p>
          <a:p>
            <a:r>
              <a:rPr lang="en-US" altLang="ja-JP" sz="1200" b="1" dirty="0"/>
              <a:t>Membership</a:t>
            </a:r>
          </a:p>
          <a:p>
            <a:endParaRPr lang="en-US" altLang="ja-JP" sz="1200" b="1" dirty="0"/>
          </a:p>
          <a:p>
            <a:r>
              <a:rPr lang="en-US" altLang="ja-JP" sz="800" b="1" dirty="0"/>
              <a:t>Gem Life</a:t>
            </a:r>
          </a:p>
          <a:p>
            <a:endParaRPr lang="en-US" altLang="ja-JP" sz="600" b="1" dirty="0"/>
          </a:p>
          <a:p>
            <a:r>
              <a:rPr lang="en-US" altLang="ja-JP" sz="800" b="1" dirty="0"/>
              <a:t>Who We Are</a:t>
            </a:r>
          </a:p>
          <a:p>
            <a:endParaRPr lang="en-US" altLang="ja-JP" sz="600" b="1" dirty="0"/>
          </a:p>
          <a:p>
            <a:r>
              <a:rPr lang="en-US" altLang="ja-JP" sz="800" b="1" dirty="0"/>
              <a:t>Social Engagement</a:t>
            </a:r>
          </a:p>
          <a:p>
            <a:endParaRPr lang="en-US" altLang="ja-JP" sz="600" b="1" dirty="0"/>
          </a:p>
          <a:p>
            <a:r>
              <a:rPr lang="en-US" altLang="ja-JP" sz="800" b="1" dirty="0"/>
              <a:t>Terms</a:t>
            </a:r>
          </a:p>
          <a:p>
            <a:endParaRPr lang="en-US" altLang="ja-JP" sz="600" b="1" dirty="0"/>
          </a:p>
          <a:p>
            <a:r>
              <a:rPr lang="en-US" altLang="ja-JP" sz="800" b="1" dirty="0"/>
              <a:t>Privacy Policy</a:t>
            </a:r>
          </a:p>
          <a:p>
            <a:endParaRPr lang="en-US" altLang="ja-JP" sz="600" b="1" dirty="0"/>
          </a:p>
          <a:p>
            <a:r>
              <a:rPr lang="en-US" altLang="ja-JP" sz="800" b="1" dirty="0"/>
              <a:t>Contact</a:t>
            </a:r>
          </a:p>
          <a:p>
            <a:endParaRPr lang="en-US" altLang="ja-JP" sz="600" b="1" dirty="0"/>
          </a:p>
          <a:p>
            <a:r>
              <a:rPr lang="en-US" altLang="ja-JP" sz="800" b="1" dirty="0"/>
              <a:t>FAQ</a:t>
            </a:r>
          </a:p>
          <a:p>
            <a:endParaRPr lang="en-US" altLang="ja-JP" sz="800" b="1" dirty="0"/>
          </a:p>
          <a:p>
            <a:endParaRPr lang="en-US" altLang="ja-JP" sz="800" b="1" dirty="0"/>
          </a:p>
          <a:p>
            <a:endParaRPr lang="en-US" altLang="ja-JP" sz="800" b="1" dirty="0"/>
          </a:p>
          <a:p>
            <a:endParaRPr lang="en-US" altLang="ja-JP" sz="800" b="1" dirty="0"/>
          </a:p>
          <a:p>
            <a:endParaRPr lang="en-US" altLang="ja-JP" sz="1200" b="1" dirty="0"/>
          </a:p>
          <a:p>
            <a:endParaRPr lang="en-US" altLang="ja-JP" sz="1200" b="1" dirty="0"/>
          </a:p>
          <a:p>
            <a:endParaRPr kumimoji="1" lang="ja-JP" altLang="en-US" sz="1200" b="1" dirty="0"/>
          </a:p>
        </p:txBody>
      </p:sp>
      <p:sp>
        <p:nvSpPr>
          <p:cNvPr id="15" name="テキスト ボックス 14">
            <a:extLst>
              <a:ext uri="{FF2B5EF4-FFF2-40B4-BE49-F238E27FC236}">
                <a16:creationId xmlns:a16="http://schemas.microsoft.com/office/drawing/2014/main" id="{2791BDF1-128F-8172-7703-F48DC67DEE59}"/>
              </a:ext>
            </a:extLst>
          </p:cNvPr>
          <p:cNvSpPr txBox="1"/>
          <p:nvPr/>
        </p:nvSpPr>
        <p:spPr>
          <a:xfrm>
            <a:off x="2352675" y="5263531"/>
            <a:ext cx="4038600" cy="222945"/>
          </a:xfrm>
          <a:prstGeom prst="rect">
            <a:avLst/>
          </a:prstGeom>
          <a:noFill/>
        </p:spPr>
        <p:txBody>
          <a:bodyPr wrap="square">
            <a:spAutoFit/>
          </a:bodyPr>
          <a:lstStyle/>
          <a:p>
            <a:r>
              <a:rPr lang="en-US" altLang="ja-JP" sz="800" b="1" dirty="0"/>
              <a:t>About  Who We Are  Social Engagement  Terms  Privacy Policy  Contact  FAQ</a:t>
            </a:r>
          </a:p>
        </p:txBody>
      </p:sp>
      <p:cxnSp>
        <p:nvCxnSpPr>
          <p:cNvPr id="18" name="直線コネクタ 17">
            <a:extLst>
              <a:ext uri="{FF2B5EF4-FFF2-40B4-BE49-F238E27FC236}">
                <a16:creationId xmlns:a16="http://schemas.microsoft.com/office/drawing/2014/main" id="{644822DD-1F7F-71E1-5D0F-61BB4E0AD333}"/>
              </a:ext>
            </a:extLst>
          </p:cNvPr>
          <p:cNvCxnSpPr/>
          <p:nvPr/>
        </p:nvCxnSpPr>
        <p:spPr>
          <a:xfrm>
            <a:off x="2416624" y="5219700"/>
            <a:ext cx="3784151" cy="0"/>
          </a:xfrm>
          <a:prstGeom prst="line">
            <a:avLst/>
          </a:prstGeom>
        </p:spPr>
        <p:style>
          <a:lnRef idx="2">
            <a:schemeClr val="accent1"/>
          </a:lnRef>
          <a:fillRef idx="0">
            <a:schemeClr val="accent1"/>
          </a:fillRef>
          <a:effectRef idx="1">
            <a:schemeClr val="accent1"/>
          </a:effectRef>
          <a:fontRef idx="minor">
            <a:schemeClr val="tx1"/>
          </a:fontRef>
        </p:style>
      </p:cxnSp>
      <p:sp>
        <p:nvSpPr>
          <p:cNvPr id="19" name="正方形/長方形 18">
            <a:extLst>
              <a:ext uri="{FF2B5EF4-FFF2-40B4-BE49-F238E27FC236}">
                <a16:creationId xmlns:a16="http://schemas.microsoft.com/office/drawing/2014/main" id="{B6718363-7A62-3C8B-590C-79748A823399}"/>
              </a:ext>
            </a:extLst>
          </p:cNvPr>
          <p:cNvSpPr/>
          <p:nvPr/>
        </p:nvSpPr>
        <p:spPr>
          <a:xfrm>
            <a:off x="857250" y="3190875"/>
            <a:ext cx="1000126" cy="15335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5F4FFF11-97C3-8422-989F-70C0AF9DFE01}"/>
              </a:ext>
            </a:extLst>
          </p:cNvPr>
          <p:cNvSpPr/>
          <p:nvPr/>
        </p:nvSpPr>
        <p:spPr>
          <a:xfrm>
            <a:off x="2416623" y="5295900"/>
            <a:ext cx="3850827" cy="1905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72917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71CC3-BA3D-C25B-8DC6-82D7746C9FF3}"/>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0137B6C-5215-577C-0CC0-BDBF58C97523}"/>
              </a:ext>
            </a:extLst>
          </p:cNvPr>
          <p:cNvSpPr txBox="1"/>
          <p:nvPr/>
        </p:nvSpPr>
        <p:spPr>
          <a:xfrm>
            <a:off x="493150" y="533326"/>
            <a:ext cx="115288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Gem Life</a:t>
            </a:r>
          </a:p>
        </p:txBody>
      </p:sp>
      <p:sp>
        <p:nvSpPr>
          <p:cNvPr id="3" name="テキスト ボックス 2">
            <a:extLst>
              <a:ext uri="{FF2B5EF4-FFF2-40B4-BE49-F238E27FC236}">
                <a16:creationId xmlns:a16="http://schemas.microsoft.com/office/drawing/2014/main" id="{9306722E-2757-3E75-5615-354582548827}"/>
              </a:ext>
            </a:extLst>
          </p:cNvPr>
          <p:cNvSpPr txBox="1"/>
          <p:nvPr/>
        </p:nvSpPr>
        <p:spPr>
          <a:xfrm>
            <a:off x="695325" y="1066800"/>
            <a:ext cx="10768542" cy="5632311"/>
          </a:xfrm>
          <a:prstGeom prst="rect">
            <a:avLst/>
          </a:prstGeom>
          <a:noFill/>
        </p:spPr>
        <p:txBody>
          <a:bodyPr wrap="square" rtlCol="0">
            <a:spAutoFit/>
          </a:bodyPr>
          <a:lstStyle/>
          <a:p>
            <a:r>
              <a:rPr kumimoji="1" lang="ja-JP" altLang="en-US" dirty="0"/>
              <a:t>人は昔から、本能的に宝石に魅入られてきました。</a:t>
            </a:r>
            <a:r>
              <a:rPr lang="en-US" altLang="ja-JP" dirty="0"/>
              <a:t>Gem Life</a:t>
            </a:r>
            <a:r>
              <a:rPr lang="ja-JP" altLang="en-US" dirty="0"/>
              <a:t>は、</a:t>
            </a:r>
            <a:r>
              <a:rPr kumimoji="1" lang="ja-JP" altLang="en-US" dirty="0"/>
              <a:t>宝石に対する固定観念にとらわれず、直感と本能を揺り起こし、自由に、創造的に、宝石を日常に取り入れ、その人自身のユニークなイメージや新しい価値観を創り出していく体験です。</a:t>
            </a:r>
            <a:endParaRPr kumimoji="1" lang="en-US" altLang="ja-JP" dirty="0"/>
          </a:p>
          <a:p>
            <a:endParaRPr lang="en-US" altLang="ja-JP" dirty="0"/>
          </a:p>
          <a:p>
            <a:r>
              <a:rPr lang="ja-JP" altLang="en-US" dirty="0"/>
              <a:t>宝石はアートと同じで実用性はありません。</a:t>
            </a:r>
            <a:r>
              <a:rPr kumimoji="1" lang="ja-JP" altLang="en-US" dirty="0"/>
              <a:t>必需品ではないのに高価で、論理的には必要がないのに、本能に突き動かされて宝石を購入します。時間が経つにつれて、だんだん意識や論理が本能に勝り、それは後悔に変わるかもしれません。意味と正解を求める現代の世の中で、自分が求めた宝石は、世間の物差しで贅沢品、使う機会のないコスパの悪さ、不確かな資産価値、自己顕示や承認の意味合いを帯びてくるのかもしれません。その時、宝石を持つ自分自身のこれからのイメージも歪んで描かれています。本物の宝石はただ買うだけではなく、その本質を自分の本能と直感を頼りに生み出していくことが大切です。</a:t>
            </a:r>
            <a:r>
              <a:rPr kumimoji="1" lang="en-US" altLang="ja-JP" dirty="0"/>
              <a:t>Gem Life</a:t>
            </a:r>
            <a:r>
              <a:rPr kumimoji="1" lang="ja-JP" altLang="en-US" dirty="0"/>
              <a:t>は、宝石のある生活を通して、大切で美しい何かを感じ、体現していく日常のアートな体験です。</a:t>
            </a:r>
            <a:endParaRPr kumimoji="1" lang="en-US" altLang="ja-JP" dirty="0"/>
          </a:p>
          <a:p>
            <a:r>
              <a:rPr kumimoji="1" lang="en-US" altLang="ja-JP" dirty="0"/>
              <a:t>Gem Life</a:t>
            </a:r>
            <a:r>
              <a:rPr kumimoji="1" lang="ja-JP" altLang="en-US" dirty="0"/>
              <a:t>は、宝石によって精神的な安らぎや表現の喜びをもたらす「癒やし」の側面を持つ一方で、既成概念や自己の限界、あるいは社会的・心理的制約と対峙しする「創造的な戦い」の側面</a:t>
            </a:r>
            <a:r>
              <a:rPr lang="ja-JP" altLang="en-US" dirty="0"/>
              <a:t>も</a:t>
            </a:r>
            <a:r>
              <a:rPr kumimoji="1" lang="ja-JP" altLang="en-US" dirty="0"/>
              <a:t>に持っており、真実を追求し、既存の価値観を打ち破る力となります。 </a:t>
            </a:r>
          </a:p>
          <a:p>
            <a:endParaRPr kumimoji="1" lang="ja-JP" altLang="en-US" dirty="0"/>
          </a:p>
          <a:p>
            <a:r>
              <a:rPr kumimoji="1" lang="ja-JP" altLang="en-US" dirty="0"/>
              <a:t>人の精神は根源的に自由です。自己のイメージは、過去の自分や周りの主義や世界観からではなく、今からの自分の選択や試みによって作り出すことができます。ささやかでも</a:t>
            </a:r>
            <a:r>
              <a:rPr kumimoji="1" lang="en-US" altLang="ja-JP" dirty="0"/>
              <a:t>Gem Life</a:t>
            </a:r>
            <a:r>
              <a:rPr kumimoji="1" lang="ja-JP" altLang="en-US" dirty="0"/>
              <a:t>がその一助にならんことを。</a:t>
            </a:r>
          </a:p>
          <a:p>
            <a:endParaRPr kumimoji="1" lang="ja-JP" altLang="en-US" dirty="0"/>
          </a:p>
        </p:txBody>
      </p:sp>
    </p:spTree>
    <p:extLst>
      <p:ext uri="{BB962C8B-B14F-4D97-AF65-F5344CB8AC3E}">
        <p14:creationId xmlns:p14="http://schemas.microsoft.com/office/powerpoint/2010/main" val="756872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8CE1D-FF28-3371-8FA8-0997186E9B8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837870A-BACA-751E-B823-7678C94978BF}"/>
              </a:ext>
            </a:extLst>
          </p:cNvPr>
          <p:cNvSpPr txBox="1"/>
          <p:nvPr/>
        </p:nvSpPr>
        <p:spPr>
          <a:xfrm>
            <a:off x="493150" y="481469"/>
            <a:ext cx="149912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Who </a:t>
            </a:r>
            <a:r>
              <a:rPr lang="en-US" altLang="ja-JP" dirty="0">
                <a:solidFill>
                  <a:prstClr val="black"/>
                </a:solidFill>
                <a:latin typeface="游ゴシック" panose="02110004020202020204"/>
                <a:ea typeface="游ゴシック" panose="020B0400000000000000" pitchFamily="50" charset="-128"/>
              </a:rPr>
              <a:t>We Are</a:t>
            </a:r>
            <a:endPar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p:txBody>
      </p:sp>
      <p:sp>
        <p:nvSpPr>
          <p:cNvPr id="6" name="テキスト ボックス 5">
            <a:extLst>
              <a:ext uri="{FF2B5EF4-FFF2-40B4-BE49-F238E27FC236}">
                <a16:creationId xmlns:a16="http://schemas.microsoft.com/office/drawing/2014/main" id="{655629DB-393A-C174-E93D-150EC2C765AC}"/>
              </a:ext>
            </a:extLst>
          </p:cNvPr>
          <p:cNvSpPr txBox="1"/>
          <p:nvPr/>
        </p:nvSpPr>
        <p:spPr>
          <a:xfrm>
            <a:off x="695325" y="1066800"/>
            <a:ext cx="10768542" cy="3416320"/>
          </a:xfrm>
          <a:prstGeom prst="rect">
            <a:avLst/>
          </a:prstGeom>
          <a:noFill/>
        </p:spPr>
        <p:txBody>
          <a:bodyPr wrap="square" rtlCol="0">
            <a:spAutoFit/>
          </a:bodyPr>
          <a:lstStyle/>
          <a:p>
            <a:r>
              <a:rPr kumimoji="1" lang="en-US" altLang="ja-JP" dirty="0">
                <a:hlinkClick r:id="rId2"/>
              </a:rPr>
              <a:t>RURI Social Innovation</a:t>
            </a:r>
            <a:r>
              <a:rPr kumimoji="1" lang="ja-JP" altLang="en-US" dirty="0"/>
              <a:t>（</a:t>
            </a:r>
            <a:r>
              <a:rPr kumimoji="1" lang="en-US" altLang="ja-JP" dirty="0"/>
              <a:t>RURI</a:t>
            </a:r>
            <a:r>
              <a:rPr kumimoji="1" lang="ja-JP" altLang="en-US" dirty="0"/>
              <a:t>）は、</a:t>
            </a:r>
            <a:r>
              <a:rPr kumimoji="1" lang="en-US" altLang="ja-JP" dirty="0" err="1"/>
              <a:t>Gemlife.world</a:t>
            </a:r>
            <a:r>
              <a:rPr kumimoji="1" lang="ja-JP" altLang="en-US" dirty="0"/>
              <a:t>のオンラインプラットフォームの開発・管理を無償で行うほか、</a:t>
            </a:r>
            <a:r>
              <a:rPr kumimoji="1" lang="en-US" altLang="ja-JP" dirty="0"/>
              <a:t>Gem Life</a:t>
            </a:r>
            <a:r>
              <a:rPr kumimoji="1" lang="ja-JP" altLang="en-US" dirty="0"/>
              <a:t>に関連するコンテンツの企画・編集やイベントの開催を行うことで、</a:t>
            </a:r>
            <a:r>
              <a:rPr kumimoji="1" lang="en-US" altLang="ja-JP" dirty="0"/>
              <a:t>Gem Lifers</a:t>
            </a:r>
            <a:r>
              <a:rPr kumimoji="1" lang="ja-JP" altLang="en-US" dirty="0"/>
              <a:t>による</a:t>
            </a:r>
            <a:r>
              <a:rPr kumimoji="1" lang="en-US" altLang="ja-JP" dirty="0"/>
              <a:t>Gem Life</a:t>
            </a:r>
            <a:r>
              <a:rPr kumimoji="1" lang="ja-JP" altLang="en-US" dirty="0"/>
              <a:t>に貢献します。</a:t>
            </a:r>
            <a:endParaRPr kumimoji="1" lang="en-US" altLang="ja-JP" dirty="0"/>
          </a:p>
          <a:p>
            <a:endParaRPr lang="en-US" altLang="ja-JP" dirty="0"/>
          </a:p>
          <a:p>
            <a:r>
              <a:rPr kumimoji="1" lang="en-US" altLang="ja-JP" dirty="0"/>
              <a:t>Gem Life</a:t>
            </a:r>
            <a:r>
              <a:rPr kumimoji="1" lang="ja-JP" altLang="en-US" dirty="0"/>
              <a:t>は十人十色ですが、宝石のある生活を通して</a:t>
            </a:r>
            <a:r>
              <a:rPr lang="ja-JP" altLang="en-US" dirty="0"/>
              <a:t>その人</a:t>
            </a:r>
            <a:r>
              <a:rPr kumimoji="1" lang="ja-JP" altLang="en-US" dirty="0"/>
              <a:t>自身の自己イメージや価値観がリアリティをもって体現されるためには、その宝石も本物でリアリティを持つ、つまり真に善で美なるイメージを描ける対象でなければならないと</a:t>
            </a:r>
            <a:r>
              <a:rPr kumimoji="1" lang="en-US" altLang="ja-JP" dirty="0"/>
              <a:t>RURI</a:t>
            </a:r>
            <a:r>
              <a:rPr kumimoji="1" lang="ja-JP" altLang="en-US" dirty="0"/>
              <a:t>は考えています。このため、</a:t>
            </a:r>
            <a:r>
              <a:rPr kumimoji="1" lang="en-US" altLang="ja-JP" dirty="0"/>
              <a:t>RURI</a:t>
            </a:r>
            <a:r>
              <a:rPr kumimoji="1" lang="ja-JP" altLang="en-US" dirty="0"/>
              <a:t>は、スリランカにおいてフェアトレードの仕組みと、宝石の出所やトレーサビリティ、品質評価、コンプライアンス等を正しく記録し証明するプラットフォームを開発し、こうして調達・制作した宝石やジュエリーを</a:t>
            </a:r>
            <a:r>
              <a:rPr kumimoji="1" lang="en-US" altLang="ja-JP" dirty="0">
                <a:hlinkClick r:id="rId3"/>
              </a:rPr>
              <a:t>RURI.shop</a:t>
            </a:r>
            <a:r>
              <a:rPr kumimoji="1" lang="ja-JP" altLang="en-US" dirty="0"/>
              <a:t>にてご紹介・販売をしています。また</a:t>
            </a:r>
            <a:r>
              <a:rPr kumimoji="1" lang="en-US" altLang="ja-JP" dirty="0"/>
              <a:t>RURI</a:t>
            </a:r>
            <a:r>
              <a:rPr kumimoji="1" lang="ja-JP" altLang="en-US" dirty="0"/>
              <a:t>では、宝石のホリスティックな価値をデジタル化して表現・体験する</a:t>
            </a:r>
            <a:r>
              <a:rPr kumimoji="1" lang="en-US" altLang="ja-JP" dirty="0"/>
              <a:t>Gem Life App</a:t>
            </a:r>
            <a:r>
              <a:rPr kumimoji="1" lang="ja-JP" altLang="en-US" dirty="0"/>
              <a:t>を提供するほか、より豊かでリアリティのある</a:t>
            </a:r>
            <a:r>
              <a:rPr kumimoji="1" lang="en-US" altLang="ja-JP" dirty="0"/>
              <a:t>Gem Life</a:t>
            </a:r>
            <a:r>
              <a:rPr kumimoji="1" lang="ja-JP" altLang="en-US" dirty="0"/>
              <a:t>を実現するための製品やサービスを企画・提案していきます。</a:t>
            </a:r>
          </a:p>
        </p:txBody>
      </p:sp>
    </p:spTree>
    <p:extLst>
      <p:ext uri="{BB962C8B-B14F-4D97-AF65-F5344CB8AC3E}">
        <p14:creationId xmlns:p14="http://schemas.microsoft.com/office/powerpoint/2010/main" val="615885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351E7-5649-B53E-99E0-E625E66C6129}"/>
            </a:ext>
          </a:extLst>
        </p:cNvPr>
        <p:cNvGrpSpPr/>
        <p:nvPr/>
      </p:nvGrpSpPr>
      <p:grpSpPr>
        <a:xfrm>
          <a:off x="0" y="0"/>
          <a:ext cx="0" cy="0"/>
          <a:chOff x="0" y="0"/>
          <a:chExt cx="0" cy="0"/>
        </a:xfrm>
      </p:grpSpPr>
      <p:sp>
        <p:nvSpPr>
          <p:cNvPr id="11" name="テキスト ボックス 10">
            <a:extLst>
              <a:ext uri="{FF2B5EF4-FFF2-40B4-BE49-F238E27FC236}">
                <a16:creationId xmlns:a16="http://schemas.microsoft.com/office/drawing/2014/main" id="{2B5F8EA4-DB21-EA85-977A-78BACDF6343C}"/>
              </a:ext>
            </a:extLst>
          </p:cNvPr>
          <p:cNvSpPr txBox="1"/>
          <p:nvPr/>
        </p:nvSpPr>
        <p:spPr>
          <a:xfrm>
            <a:off x="493150" y="533048"/>
            <a:ext cx="2223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Social Engagement</a:t>
            </a:r>
          </a:p>
        </p:txBody>
      </p:sp>
      <p:sp>
        <p:nvSpPr>
          <p:cNvPr id="14" name="テキスト ボックス 13">
            <a:extLst>
              <a:ext uri="{FF2B5EF4-FFF2-40B4-BE49-F238E27FC236}">
                <a16:creationId xmlns:a16="http://schemas.microsoft.com/office/drawing/2014/main" id="{A5E52B4C-0514-0160-7AB8-FAFE42F931D4}"/>
              </a:ext>
            </a:extLst>
          </p:cNvPr>
          <p:cNvSpPr txBox="1"/>
          <p:nvPr/>
        </p:nvSpPr>
        <p:spPr>
          <a:xfrm>
            <a:off x="789709" y="1168926"/>
            <a:ext cx="10748356" cy="5078313"/>
          </a:xfrm>
          <a:prstGeom prst="rect">
            <a:avLst/>
          </a:prstGeom>
          <a:noFill/>
        </p:spPr>
        <p:txBody>
          <a:bodyPr wrap="square" rtlCol="0">
            <a:spAutoFit/>
          </a:bodyPr>
          <a:lstStyle/>
          <a:p>
            <a:r>
              <a:rPr kumimoji="1" lang="en-US" altLang="ja-JP" dirty="0"/>
              <a:t>RURI</a:t>
            </a:r>
            <a:r>
              <a:rPr kumimoji="1" lang="ja-JP" altLang="en-US" dirty="0"/>
              <a:t>のミッションは、テクノロジーと新たな発想による社会革新を通じて、より責任ある美しいお金の使い方を再構築することです。現在、スリランカにおいて、寄付（相互扶助）や消費（フェアトレード）の分野で、イノベーションの開発に注力しています。私たちは、この「セレンディピティの島」が、社会課題やアイデアの発見、革新的な解決策の開発、社会実験の実施、そしてその商業化を追求する上で、最も高い可能性を秘めたコミュニティの一つであると確信しています。</a:t>
            </a:r>
          </a:p>
          <a:p>
            <a:endParaRPr lang="en-US" altLang="ja-JP" dirty="0"/>
          </a:p>
          <a:p>
            <a:r>
              <a:rPr lang="ja-JP" altLang="en-US" dirty="0"/>
              <a:t>現在、</a:t>
            </a:r>
            <a:r>
              <a:rPr lang="en-US" altLang="ja-JP" dirty="0"/>
              <a:t>RURI</a:t>
            </a:r>
            <a:r>
              <a:rPr lang="ja-JP" altLang="en-US" dirty="0"/>
              <a:t>が開発している代表的な社会プロジェクトを紹介します。</a:t>
            </a:r>
            <a:endParaRPr lang="en-US" altLang="ja-JP" dirty="0"/>
          </a:p>
          <a:p>
            <a:endParaRPr lang="en-US" altLang="ja-JP" dirty="0"/>
          </a:p>
          <a:p>
            <a:pPr marL="285750" indent="-285750">
              <a:buFont typeface="Wingdings" panose="05000000000000000000" pitchFamily="2" charset="2"/>
              <a:buChar char="l"/>
            </a:pPr>
            <a:r>
              <a:rPr kumimoji="1" lang="en-US" altLang="ja-JP" dirty="0"/>
              <a:t>Mutual Aid Platform</a:t>
            </a:r>
            <a:r>
              <a:rPr kumimoji="1" lang="ja-JP" altLang="en-US" dirty="0"/>
              <a:t>（</a:t>
            </a:r>
            <a:r>
              <a:rPr kumimoji="1" lang="en-US" altLang="ja-JP" dirty="0"/>
              <a:t>MAP</a:t>
            </a:r>
            <a:r>
              <a:rPr kumimoji="1" lang="ja-JP" altLang="en-US" dirty="0"/>
              <a:t>）</a:t>
            </a:r>
            <a:endParaRPr kumimoji="1" lang="en-US" altLang="ja-JP" dirty="0"/>
          </a:p>
          <a:p>
            <a:pPr lvl="1"/>
            <a:r>
              <a:rPr kumimoji="1" lang="ja-JP" altLang="en-US" dirty="0"/>
              <a:t>スリランカでは公的医療保険が存在せず、民間保険加入者も極めて少ない状況にあります。特に宝石の原産地である農村部では、非正規雇用や季節労働に従事する人々が多く、定期的な保険料支払いも困難です。さらに、医療保険に関する知識が不足している人々も多数存在します。</a:t>
            </a:r>
            <a:r>
              <a:rPr kumimoji="1" lang="en-US" altLang="ja-JP" dirty="0"/>
              <a:t>RURI</a:t>
            </a:r>
            <a:r>
              <a:rPr kumimoji="1" lang="ja-JP" altLang="en-US" dirty="0"/>
              <a:t>はスリランカにおける新たな解決策として、オンラインベースの相互扶助プラットフォームを提供します。相互扶助はスリランカで古くから親しまれてきた手法であり、参加者が資源をプールして困窮者を支援する仕組みです。</a:t>
            </a:r>
            <a:r>
              <a:rPr kumimoji="1" lang="en-US" altLang="ja-JP" dirty="0"/>
              <a:t>RURI MAP</a:t>
            </a:r>
            <a:r>
              <a:rPr kumimoji="1" lang="ja-JP" altLang="en-US" dirty="0"/>
              <a:t>は分散型プラットフォームとブロックチェーン技術を活用し、保険業界における包括性と透明性を阻害する現実的な課題を解決し、会員同士が困難な時に支え合うことを可能にします。</a:t>
            </a:r>
            <a:r>
              <a:rPr kumimoji="1" lang="en-US" altLang="ja-JP" dirty="0"/>
              <a:t>2026</a:t>
            </a:r>
            <a:r>
              <a:rPr kumimoji="1" lang="ja-JP" altLang="en-US" dirty="0"/>
              <a:t>年から</a:t>
            </a:r>
            <a:r>
              <a:rPr kumimoji="1" lang="en-US" altLang="ja-JP" dirty="0"/>
              <a:t>Hatton National Bank</a:t>
            </a:r>
            <a:r>
              <a:rPr kumimoji="1" lang="ja-JP" altLang="en-US" dirty="0"/>
              <a:t>と協力し、スリランカ全島で</a:t>
            </a:r>
            <a:r>
              <a:rPr kumimoji="1" lang="en-US" altLang="ja-JP" dirty="0"/>
              <a:t>RURI MAP</a:t>
            </a:r>
            <a:r>
              <a:rPr kumimoji="1" lang="ja-JP" altLang="en-US" dirty="0"/>
              <a:t>の社会実験を開始します。</a:t>
            </a:r>
          </a:p>
        </p:txBody>
      </p:sp>
    </p:spTree>
    <p:extLst>
      <p:ext uri="{BB962C8B-B14F-4D97-AF65-F5344CB8AC3E}">
        <p14:creationId xmlns:p14="http://schemas.microsoft.com/office/powerpoint/2010/main" val="1739110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9078D-1547-BFD1-9739-155C712F1F5C}"/>
            </a:ext>
          </a:extLst>
        </p:cNvPr>
        <p:cNvGrpSpPr/>
        <p:nvPr/>
      </p:nvGrpSpPr>
      <p:grpSpPr>
        <a:xfrm>
          <a:off x="0" y="0"/>
          <a:ext cx="0" cy="0"/>
          <a:chOff x="0" y="0"/>
          <a:chExt cx="0" cy="0"/>
        </a:xfrm>
      </p:grpSpPr>
      <p:sp>
        <p:nvSpPr>
          <p:cNvPr id="16" name="テキスト ボックス 15">
            <a:extLst>
              <a:ext uri="{FF2B5EF4-FFF2-40B4-BE49-F238E27FC236}">
                <a16:creationId xmlns:a16="http://schemas.microsoft.com/office/drawing/2014/main" id="{B8F27CC5-FE01-0268-D80C-092370AA3001}"/>
              </a:ext>
            </a:extLst>
          </p:cNvPr>
          <p:cNvSpPr txBox="1"/>
          <p:nvPr/>
        </p:nvSpPr>
        <p:spPr>
          <a:xfrm>
            <a:off x="493150" y="611941"/>
            <a:ext cx="244169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Terms/Privacy Policy</a:t>
            </a:r>
          </a:p>
        </p:txBody>
      </p:sp>
      <p:sp>
        <p:nvSpPr>
          <p:cNvPr id="17" name="テキスト ボックス 16">
            <a:extLst>
              <a:ext uri="{FF2B5EF4-FFF2-40B4-BE49-F238E27FC236}">
                <a16:creationId xmlns:a16="http://schemas.microsoft.com/office/drawing/2014/main" id="{77B1CBA4-C45B-D4A5-E403-941E851F3BE8}"/>
              </a:ext>
            </a:extLst>
          </p:cNvPr>
          <p:cNvSpPr txBox="1"/>
          <p:nvPr/>
        </p:nvSpPr>
        <p:spPr>
          <a:xfrm>
            <a:off x="695325" y="1114546"/>
            <a:ext cx="559769" cy="369332"/>
          </a:xfrm>
          <a:prstGeom prst="rect">
            <a:avLst/>
          </a:prstGeom>
          <a:noFill/>
        </p:spPr>
        <p:txBody>
          <a:bodyPr wrap="none" rtlCol="0">
            <a:spAutoFit/>
          </a:bodyPr>
          <a:lstStyle/>
          <a:p>
            <a:r>
              <a:rPr lang="en-US" altLang="ja-JP" dirty="0"/>
              <a:t>n/a</a:t>
            </a:r>
            <a:endParaRPr kumimoji="1" lang="ja-JP" altLang="en-US" dirty="0"/>
          </a:p>
        </p:txBody>
      </p:sp>
      <p:sp>
        <p:nvSpPr>
          <p:cNvPr id="21" name="テキスト ボックス 20">
            <a:extLst>
              <a:ext uri="{FF2B5EF4-FFF2-40B4-BE49-F238E27FC236}">
                <a16:creationId xmlns:a16="http://schemas.microsoft.com/office/drawing/2014/main" id="{28B3D39F-1E42-EC15-F459-3C597B3C41DE}"/>
              </a:ext>
            </a:extLst>
          </p:cNvPr>
          <p:cNvSpPr txBox="1"/>
          <p:nvPr/>
        </p:nvSpPr>
        <p:spPr>
          <a:xfrm>
            <a:off x="3174518" y="611941"/>
            <a:ext cx="64312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FAQ</a:t>
            </a:r>
          </a:p>
        </p:txBody>
      </p:sp>
      <p:sp>
        <p:nvSpPr>
          <p:cNvPr id="22" name="テキスト ボックス 21">
            <a:extLst>
              <a:ext uri="{FF2B5EF4-FFF2-40B4-BE49-F238E27FC236}">
                <a16:creationId xmlns:a16="http://schemas.microsoft.com/office/drawing/2014/main" id="{17733BDA-2470-E196-3A28-4A47501A35F0}"/>
              </a:ext>
            </a:extLst>
          </p:cNvPr>
          <p:cNvSpPr txBox="1"/>
          <p:nvPr/>
        </p:nvSpPr>
        <p:spPr>
          <a:xfrm>
            <a:off x="4057317" y="611941"/>
            <a:ext cx="101662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Contact</a:t>
            </a:r>
          </a:p>
        </p:txBody>
      </p:sp>
    </p:spTree>
    <p:extLst>
      <p:ext uri="{BB962C8B-B14F-4D97-AF65-F5344CB8AC3E}">
        <p14:creationId xmlns:p14="http://schemas.microsoft.com/office/powerpoint/2010/main" val="265936573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12940</TotalTime>
  <Words>941</Words>
  <Application>Microsoft Office PowerPoint</Application>
  <PresentationFormat>ワイド画面</PresentationFormat>
  <Paragraphs>55</Paragraphs>
  <Slides>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vt:i4>
      </vt:variant>
    </vt:vector>
  </HeadingPairs>
  <TitlesOfParts>
    <vt:vector size="10" baseType="lpstr">
      <vt:lpstr>游ゴシック</vt:lpstr>
      <vt:lpstr>游ゴシック Light</vt:lpstr>
      <vt:lpstr>Arial</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Asashi Fujimori</dc:creator>
  <cp:lastModifiedBy>Asashi Fujimori</cp:lastModifiedBy>
  <cp:revision>2</cp:revision>
  <dcterms:created xsi:type="dcterms:W3CDTF">2026-01-05T05:22:02Z</dcterms:created>
  <dcterms:modified xsi:type="dcterms:W3CDTF">2026-03-08T02:51:45Z</dcterms:modified>
</cp:coreProperties>
</file>